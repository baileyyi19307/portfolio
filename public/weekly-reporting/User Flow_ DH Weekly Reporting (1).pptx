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d5abfd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d5abfd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d5abfda4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d5abfda4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5abfda4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5abfda4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5abfda4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d5abfda4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5abfda4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d5abfda4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5abfda4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d5abfda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5abfda4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d5abfda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83b0e9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83b0e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d5abfda4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d5abfda4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02325" y="2004775"/>
            <a:ext cx="6444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Flow: DH Weekly Reporting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80525" y="233775"/>
            <a:ext cx="86865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arenR"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heads receive email each week on Monday, 5 am EST, indicating portal for the week is now open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213" y="1098075"/>
            <a:ext cx="6677127" cy="34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280525" y="233775"/>
            <a:ext cx="86865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On Wednesday, department heads who have not submitted their weekly submission are reminded via email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" name="Google Shape;66;p15" title="Screenshot 2026-04-06 at 2.42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225" y="1063275"/>
            <a:ext cx="6156845" cy="377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225225" y="289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 Clicking on the “Open Weekly Report App” brings the user to a power apps page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16" title="Screenshot 2026-04-06 at 2.24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5" y="1017725"/>
            <a:ext cx="843249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4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For sections where the Department Head selects “Yes”, they’re prompted to fill out a series of fields and to click “Save &amp; Continue”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7" title="Screenshot 2026-04-06 at 2.25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50" y="1044900"/>
            <a:ext cx="7969249" cy="36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623450" y="1628775"/>
            <a:ext cx="311700" cy="2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797550" y="4383275"/>
            <a:ext cx="871200" cy="2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18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) Department heads are able to select “No” for any section, and can still progress onto filling out the next section 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8" title="Screenshot 2026-04-06 at 2.3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75" y="1023251"/>
            <a:ext cx="8520602" cy="3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709150" y="2135400"/>
            <a:ext cx="311700" cy="2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2880025" y="4680250"/>
            <a:ext cx="806100" cy="2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89" name="Google Shape;89;p18"/>
          <p:cNvCxnSpPr>
            <a:stCxn id="88" idx="1"/>
            <a:endCxn id="87" idx="5"/>
          </p:cNvCxnSpPr>
          <p:nvPr/>
        </p:nvCxnSpPr>
        <p:spPr>
          <a:xfrm rot="10800000">
            <a:off x="975176" y="2368186"/>
            <a:ext cx="2022900" cy="23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97425" y="1177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Screenshot 2026-04-06 at 2.36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80" y="951858"/>
            <a:ext cx="8751775" cy="396564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8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) Once all 5 sections are complete, users can click “Submit Weekly Update” 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3628175" y="4594250"/>
            <a:ext cx="1032300" cy="366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80525" y="233775"/>
            <a:ext cx="86865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7)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Thursday at 1pm EST, all reports are automatically formatted into an email that gets sent to Chris for topic selection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20" title="Screenshot 2026-04-06 at 3.30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725" y="864975"/>
            <a:ext cx="3990451" cy="419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1350"/>
            <a:ext cx="8839204" cy="18472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>
            <p:ph idx="4294967295" type="body"/>
          </p:nvPr>
        </p:nvSpPr>
        <p:spPr>
          <a:xfrm>
            <a:off x="214898" y="233775"/>
            <a:ext cx="86865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Reporting Flow Diagram (High Level)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72600"/>
            <a:ext cx="86865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Draft of the monthly input view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2" title="Screenshot 2026-04-06 at 5.1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900" y="672450"/>
            <a:ext cx="7462199" cy="42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